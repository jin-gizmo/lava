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7497-A2CE-8342-A5DC-146AE718F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A80AC-3548-744E-B5BF-C218D09C6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70B0F-6738-C746-851E-C9AA0476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D97E1-C3EB-9F4C-92ED-E76E6721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CACD6-51A7-FE4B-93B9-B5ED7DD4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4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459C-F65D-FD45-A1FD-04EA32C2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5CE8D-F243-6749-9962-97F044A8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E7EF-17E2-C040-B319-CDBC20F1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1BDB8-0A93-6148-B991-E77F690B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190CE-72D4-9443-A563-FB462312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8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8B56-C35F-E243-9262-9F63D7BD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CC9AC-C40E-254B-AF5D-4C46F952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B7D3E-A675-074C-B89C-D072FCF8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BDC6-0A23-A947-877F-0C8F64A3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D018-EFE9-C643-8D05-1BBE9AC0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1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27B7-9E1E-7C42-A154-B0B59F45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CB2D-767E-3F4B-8963-81F6C8081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2FBCC-4FA1-7744-ACD7-66FB6728F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75916-7C9F-754E-B267-2BFB3EB9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43528-6DA2-8A4B-BA5F-2B9C16D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E2184-0761-054B-8C0E-25E8C28B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4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0507-2C78-E542-9E3A-2B406E43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4903B-821F-3D4F-82E3-704B78F4C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A96BE-F4EF-9541-87B7-1C0BC821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46401-6B73-1E4F-959E-42A745C55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16A47-931C-D847-A31A-937DEEB8B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ACA1A-9B58-8B42-83B2-C909328B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9E575-53EE-E24D-BC9D-40B2011F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7114C-ED9C-ED42-8E02-227169B3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B72A-CD5D-1B4A-B6E7-C1CCC5CC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D1810-B1AA-774F-A196-8E70EA50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9D0E0-43D6-8847-91FE-8650BB02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3564C-FE8A-4349-8DBF-CF49DF62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1743C-E24E-0F4B-8068-F47733A9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75DBE-E043-3D4A-B2C4-DAB7C481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1ED0-D0FA-174D-BD55-43E061A7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0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A99F-5507-764F-8AA4-62605489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B253-640A-E142-911B-6B95E0FDE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4D68-93CB-3E40-851E-BE748524F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8233B-F87B-584A-91E9-91983D35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E37A3-A957-3341-ACB9-25256584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AAD15-350C-BB4F-AC26-E4A96780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60C9-557D-D848-A441-A949AB5C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19D8B-3035-6149-B942-44A5CE51A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FB689-F6DD-A546-8D78-6A486F224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7E55A-AB93-7540-961B-251400B5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C829C-935B-9746-98A5-D9B911BB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70B07-CCC0-604F-BC28-97EF6657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7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62E3-CE0F-4949-8B4D-ECD2534B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AC4A3-751D-9848-9BF6-8BF2B229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27FE4-663B-C34E-9037-674BEE00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BB71-9CF6-6E41-8D42-DB57ABFE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54CCE-379C-374A-9459-E4E74498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E3D50-031F-6F4E-92E1-5B626AC9F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3E96B-8750-AD4C-B407-375D4C062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8643E-063F-2A4B-88B9-CD701EFA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35409-89D8-1547-8DEC-386AAB66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4F3D2-8CE8-F442-9715-CF4BD0EF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9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93C46-DBA6-2D4A-B7A2-819FFC40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50189-F300-CD4F-943C-B493E5E48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CACD4-1C27-FB4A-8733-4EABFD66B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168A3-BB6C-9743-BC63-97EF716A6917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B5D5-28C1-6644-9E87-D927CD8C0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DD767-8C11-234F-8017-4441B1603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9C8F4-6759-2742-95BF-685D0D2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9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D4137A3-A352-7A41-9E14-BB506B2C4B5C}"/>
              </a:ext>
            </a:extLst>
          </p:cNvPr>
          <p:cNvGrpSpPr/>
          <p:nvPr/>
        </p:nvGrpSpPr>
        <p:grpSpPr>
          <a:xfrm>
            <a:off x="2677549" y="390577"/>
            <a:ext cx="6664315" cy="5356560"/>
            <a:chOff x="488950" y="2362200"/>
            <a:chExt cx="6664315" cy="5356560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F9BB5B4-AF4B-4F49-BF16-C5A1312A1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950" y="2362200"/>
              <a:ext cx="342900" cy="3429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BF6A03-F5A8-5F42-9753-29A67C8BA083}"/>
                </a:ext>
              </a:extLst>
            </p:cNvPr>
            <p:cNvSpPr/>
            <p:nvPr/>
          </p:nvSpPr>
          <p:spPr>
            <a:xfrm>
              <a:off x="488950" y="2362200"/>
              <a:ext cx="6664315" cy="5356560"/>
            </a:xfrm>
            <a:prstGeom prst="rect">
              <a:avLst/>
            </a:prstGeom>
            <a:noFill/>
            <a:ln w="12700">
              <a:solidFill>
                <a:srgbClr val="8791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>
                  <a:solidFill>
                    <a:srgbClr val="879196"/>
                  </a:solidFill>
                </a:rPr>
                <a:t>VPC</a:t>
              </a:r>
              <a:endParaRPr lang="en-US" sz="1100" dirty="0">
                <a:solidFill>
                  <a:srgbClr val="879196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E1458A-768E-144C-BF04-20294FDC5EE1}"/>
              </a:ext>
            </a:extLst>
          </p:cNvPr>
          <p:cNvGrpSpPr/>
          <p:nvPr/>
        </p:nvGrpSpPr>
        <p:grpSpPr>
          <a:xfrm>
            <a:off x="2995049" y="1332755"/>
            <a:ext cx="1758463" cy="4173082"/>
            <a:chOff x="1028700" y="4565650"/>
            <a:chExt cx="1758463" cy="4173082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B2BDDEA-7841-264B-8D88-0DF7229D0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78AA65-F0B0-084A-9348-322BB86A2B8F}"/>
                </a:ext>
              </a:extLst>
            </p:cNvPr>
            <p:cNvSpPr/>
            <p:nvPr/>
          </p:nvSpPr>
          <p:spPr>
            <a:xfrm>
              <a:off x="1028700" y="4565650"/>
              <a:ext cx="1758463" cy="4173082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rgbClr val="545B64"/>
                  </a:solidFill>
                </a:rPr>
                <a:t>Subnet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976F95-9684-AD4A-8611-F780945E019B}"/>
              </a:ext>
            </a:extLst>
          </p:cNvPr>
          <p:cNvGrpSpPr/>
          <p:nvPr/>
        </p:nvGrpSpPr>
        <p:grpSpPr>
          <a:xfrm>
            <a:off x="2850135" y="886868"/>
            <a:ext cx="2056507" cy="4766607"/>
            <a:chOff x="8197849" y="1209674"/>
            <a:chExt cx="2056507" cy="4766607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D0DDE16-C952-DD4C-8B46-6CC466D90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97850" y="1209675"/>
              <a:ext cx="342900" cy="3429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395C5A-8DAB-4C4D-8BFF-5BCE1E6A5922}"/>
                </a:ext>
              </a:extLst>
            </p:cNvPr>
            <p:cNvSpPr/>
            <p:nvPr/>
          </p:nvSpPr>
          <p:spPr>
            <a:xfrm>
              <a:off x="8197849" y="1209674"/>
              <a:ext cx="2056507" cy="4766607"/>
            </a:xfrm>
            <a:prstGeom prst="rect">
              <a:avLst/>
            </a:prstGeom>
            <a:noFill/>
            <a:ln w="12700">
              <a:solidFill>
                <a:srgbClr val="545B6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rgbClr val="545B64"/>
                  </a:solidFill>
                </a:rPr>
                <a:t>Availability zone 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42011BB-209F-4E40-A91C-22860915A93E}"/>
              </a:ext>
            </a:extLst>
          </p:cNvPr>
          <p:cNvGrpSpPr/>
          <p:nvPr/>
        </p:nvGrpSpPr>
        <p:grpSpPr>
          <a:xfrm>
            <a:off x="7241927" y="1332755"/>
            <a:ext cx="1757921" cy="4173082"/>
            <a:chOff x="1028700" y="4565650"/>
            <a:chExt cx="1757921" cy="4173082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30F8C9A-F6FE-BF4E-BB3C-32E770BD9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199F22-5D15-1141-AF7A-C4DAF6E1583D}"/>
                </a:ext>
              </a:extLst>
            </p:cNvPr>
            <p:cNvSpPr/>
            <p:nvPr/>
          </p:nvSpPr>
          <p:spPr>
            <a:xfrm>
              <a:off x="1028700" y="4565650"/>
              <a:ext cx="1757921" cy="4173082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rgbClr val="545B64"/>
                  </a:solidFill>
                </a:rPr>
                <a:t>Subnet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28B7E1-4660-3B4D-A18F-E3C456BCB0FB}"/>
              </a:ext>
            </a:extLst>
          </p:cNvPr>
          <p:cNvGrpSpPr/>
          <p:nvPr/>
        </p:nvGrpSpPr>
        <p:grpSpPr>
          <a:xfrm>
            <a:off x="7097014" y="886868"/>
            <a:ext cx="2056508" cy="4766607"/>
            <a:chOff x="8197850" y="1209674"/>
            <a:chExt cx="2056508" cy="4766607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BAC9AA06-5A67-CD4B-9DD1-3715D8016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97850" y="1209675"/>
              <a:ext cx="342900" cy="34290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E0B1E1-57BC-AC4A-AC95-44FAF1DD1FA2}"/>
                </a:ext>
              </a:extLst>
            </p:cNvPr>
            <p:cNvSpPr/>
            <p:nvPr/>
          </p:nvSpPr>
          <p:spPr>
            <a:xfrm>
              <a:off x="8197850" y="1209674"/>
              <a:ext cx="2056508" cy="4766607"/>
            </a:xfrm>
            <a:prstGeom prst="rect">
              <a:avLst/>
            </a:prstGeom>
            <a:noFill/>
            <a:ln w="12700">
              <a:solidFill>
                <a:srgbClr val="545B6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rgbClr val="545B64"/>
                  </a:solidFill>
                </a:rPr>
                <a:t>Availability zone 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9936F18-9056-134B-ADBE-DBF8746388A9}"/>
              </a:ext>
            </a:extLst>
          </p:cNvPr>
          <p:cNvGrpSpPr/>
          <p:nvPr/>
        </p:nvGrpSpPr>
        <p:grpSpPr>
          <a:xfrm>
            <a:off x="3508123" y="4502630"/>
            <a:ext cx="5319354" cy="864000"/>
            <a:chOff x="3508123" y="4502630"/>
            <a:chExt cx="5319354" cy="864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87FC3F2-846E-6D4E-84FD-913A2CEFF8E4}"/>
                </a:ext>
              </a:extLst>
            </p:cNvPr>
            <p:cNvSpPr/>
            <p:nvPr/>
          </p:nvSpPr>
          <p:spPr>
            <a:xfrm>
              <a:off x="3508123" y="4502630"/>
              <a:ext cx="5319354" cy="864000"/>
            </a:xfrm>
            <a:prstGeom prst="rect">
              <a:avLst/>
            </a:prstGeom>
            <a:solidFill>
              <a:srgbClr val="AAB7B8">
                <a:alpha val="22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00" dirty="0">
                <a:solidFill>
                  <a:srgbClr val="AAB7B8"/>
                </a:solidFill>
              </a:endParaRPr>
            </a:p>
            <a:p>
              <a:pPr algn="ctr"/>
              <a:endParaRPr lang="en-US" sz="1000" dirty="0">
                <a:solidFill>
                  <a:srgbClr val="AAB7B8"/>
                </a:solidFill>
              </a:endParaRPr>
            </a:p>
            <a:p>
              <a:pPr algn="ctr"/>
              <a:r>
                <a:rPr lang="en-US" sz="1000" dirty="0">
                  <a:solidFill>
                    <a:srgbClr val="545B64"/>
                  </a:solidFill>
                </a:rPr>
                <a:t>Auto Scaling group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F30C412-03DE-764C-8803-E8F4235A8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96350" y="4502630"/>
              <a:ext cx="342900" cy="3429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DA5409E-D0C9-E545-84E5-EF91389F83AB}"/>
              </a:ext>
            </a:extLst>
          </p:cNvPr>
          <p:cNvGrpSpPr>
            <a:grpSpLocks noChangeAspect="1"/>
          </p:cNvGrpSpPr>
          <p:nvPr/>
        </p:nvGrpSpPr>
        <p:grpSpPr>
          <a:xfrm>
            <a:off x="3508123" y="4669557"/>
            <a:ext cx="763200" cy="679284"/>
            <a:chOff x="1255267" y="3843536"/>
            <a:chExt cx="1072750" cy="954797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3C2D47D5-9AB8-6F49-8E6F-0C7A5F4F9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05892" y="3843536"/>
              <a:ext cx="571500" cy="5715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B15EDB-9032-2E44-B5AC-1591C7037DD1}"/>
                </a:ext>
              </a:extLst>
            </p:cNvPr>
            <p:cNvSpPr txBox="1"/>
            <p:nvPr/>
          </p:nvSpPr>
          <p:spPr>
            <a:xfrm>
              <a:off x="1255267" y="4473877"/>
              <a:ext cx="1072750" cy="324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32F3E"/>
                  </a:solidFill>
                </a:rPr>
                <a:t>Worker</a:t>
              </a:r>
            </a:p>
          </p:txBody>
        </p:sp>
      </p:grpSp>
      <p:pic>
        <p:nvPicPr>
          <p:cNvPr id="53" name="Graphic 52">
            <a:extLst>
              <a:ext uri="{FF2B5EF4-FFF2-40B4-BE49-F238E27FC236}">
                <a16:creationId xmlns:a16="http://schemas.microsoft.com/office/drawing/2014/main" id="{76D5E53E-DA68-A147-A70C-2B8618EEFE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80264" y="886868"/>
            <a:ext cx="540000" cy="774000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7C9E05E-C050-3046-8D65-3FA755E69AD9}"/>
              </a:ext>
            </a:extLst>
          </p:cNvPr>
          <p:cNvGrpSpPr/>
          <p:nvPr/>
        </p:nvGrpSpPr>
        <p:grpSpPr>
          <a:xfrm>
            <a:off x="1030697" y="4923507"/>
            <a:ext cx="1472828" cy="808882"/>
            <a:chOff x="568855" y="5142694"/>
            <a:chExt cx="1472828" cy="80888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20B9EA-6D52-1F40-869E-E58E7F2050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78483" y="5142695"/>
              <a:ext cx="763200" cy="604442"/>
              <a:chOff x="1369639" y="3649453"/>
              <a:chExt cx="1072750" cy="846156"/>
            </a:xfrm>
          </p:grpSpPr>
          <p:pic>
            <p:nvPicPr>
              <p:cNvPr id="68" name="Graphic 67">
                <a:extLst>
                  <a:ext uri="{FF2B5EF4-FFF2-40B4-BE49-F238E27FC236}">
                    <a16:creationId xmlns:a16="http://schemas.microsoft.com/office/drawing/2014/main" id="{708B765B-9798-0F45-8BD0-A5CF4D393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620264" y="3649453"/>
                <a:ext cx="571500" cy="571500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7749E12-6C89-BD4D-8CF2-8251BEFACE05}"/>
                  </a:ext>
                </a:extLst>
              </p:cNvPr>
              <p:cNvSpPr txBox="1"/>
              <p:nvPr/>
            </p:nvSpPr>
            <p:spPr>
              <a:xfrm>
                <a:off x="1369639" y="4264777"/>
                <a:ext cx="10727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Parameter Store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0ED0C28-3EAB-2949-9DAA-A4F516BC1F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8855" y="5142694"/>
              <a:ext cx="763200" cy="808882"/>
              <a:chOff x="4368042" y="4973229"/>
              <a:chExt cx="1072750" cy="1136962"/>
            </a:xfrm>
          </p:grpSpPr>
          <p:pic>
            <p:nvPicPr>
              <p:cNvPr id="93" name="Graphic 92">
                <a:extLst>
                  <a:ext uri="{FF2B5EF4-FFF2-40B4-BE49-F238E27FC236}">
                    <a16:creationId xmlns:a16="http://schemas.microsoft.com/office/drawing/2014/main" id="{B502C880-DAEC-F242-AF80-A281020E3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18667" y="4973229"/>
                <a:ext cx="571500" cy="571500"/>
              </a:xfrm>
              <a:prstGeom prst="rect">
                <a:avLst/>
              </a:prstGeom>
            </p:spPr>
          </p:pic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B5FB6AA-2621-A942-9AA9-822E4EABDF2C}"/>
                  </a:ext>
                </a:extLst>
              </p:cNvPr>
              <p:cNvSpPr txBox="1"/>
              <p:nvPr/>
            </p:nvSpPr>
            <p:spPr>
              <a:xfrm>
                <a:off x="4368042" y="5591059"/>
                <a:ext cx="1072750" cy="51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Lava notices SNS topic</a:t>
                </a: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B7A317B-475B-3849-8848-9FDD2422C5E7}"/>
              </a:ext>
            </a:extLst>
          </p:cNvPr>
          <p:cNvGrpSpPr/>
          <p:nvPr/>
        </p:nvGrpSpPr>
        <p:grpSpPr>
          <a:xfrm>
            <a:off x="1030697" y="886868"/>
            <a:ext cx="1472828" cy="1614433"/>
            <a:chOff x="568855" y="615928"/>
            <a:chExt cx="1472828" cy="1614433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5C867FC3-9EAC-BC4E-B5A5-952C3E984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5269" y="615928"/>
              <a:ext cx="540000" cy="873000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5C67C23-F418-CF43-94DF-78B8D08A9D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8855" y="1564575"/>
              <a:ext cx="763200" cy="665786"/>
              <a:chOff x="1388650" y="2631982"/>
              <a:chExt cx="1072750" cy="935825"/>
            </a:xfrm>
          </p:grpSpPr>
          <p:pic>
            <p:nvPicPr>
              <p:cNvPr id="56" name="Graphic 55">
                <a:extLst>
                  <a:ext uri="{FF2B5EF4-FFF2-40B4-BE49-F238E27FC236}">
                    <a16:creationId xmlns:a16="http://schemas.microsoft.com/office/drawing/2014/main" id="{3CF900E5-13A6-794F-B319-01A965DE1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639275" y="2631982"/>
                <a:ext cx="572400" cy="572400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66470B-DDE9-0B4B-A0D1-C985D5663BD1}"/>
                  </a:ext>
                </a:extLst>
              </p:cNvPr>
              <p:cNvSpPr txBox="1"/>
              <p:nvPr/>
            </p:nvSpPr>
            <p:spPr>
              <a:xfrm>
                <a:off x="1388650" y="3243351"/>
                <a:ext cx="1072750" cy="324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System key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C8270B2-A455-EE46-A3C0-021CAD0261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78483" y="1564575"/>
              <a:ext cx="763200" cy="665786"/>
              <a:chOff x="1388650" y="2631982"/>
              <a:chExt cx="1072750" cy="935825"/>
            </a:xfrm>
          </p:grpSpPr>
          <p:pic>
            <p:nvPicPr>
              <p:cNvPr id="99" name="Graphic 98">
                <a:extLst>
                  <a:ext uri="{FF2B5EF4-FFF2-40B4-BE49-F238E27FC236}">
                    <a16:creationId xmlns:a16="http://schemas.microsoft.com/office/drawing/2014/main" id="{FA38ED98-110B-2E49-9544-1A2E732B3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639275" y="2631982"/>
                <a:ext cx="572400" cy="572400"/>
              </a:xfrm>
              <a:prstGeom prst="rect">
                <a:avLst/>
              </a:prstGeom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6C2D35C-5E38-4840-BBF5-19D0C5D29D88}"/>
                  </a:ext>
                </a:extLst>
              </p:cNvPr>
              <p:cNvSpPr txBox="1"/>
              <p:nvPr/>
            </p:nvSpPr>
            <p:spPr>
              <a:xfrm>
                <a:off x="1388650" y="3243351"/>
                <a:ext cx="1072750" cy="324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User key</a:t>
                </a:r>
              </a:p>
            </p:txBody>
          </p:sp>
        </p:grp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1D215B1-09EF-0A4C-8DEF-FDD91C2FEEF7}"/>
              </a:ext>
            </a:extLst>
          </p:cNvPr>
          <p:cNvCxnSpPr>
            <a:cxnSpLocks/>
            <a:stCxn id="104" idx="3"/>
            <a:endCxn id="96" idx="1"/>
          </p:cNvCxnSpPr>
          <p:nvPr/>
        </p:nvCxnSpPr>
        <p:spPr>
          <a:xfrm>
            <a:off x="4087883" y="2223361"/>
            <a:ext cx="1742305" cy="804905"/>
          </a:xfrm>
          <a:prstGeom prst="bentConnector3">
            <a:avLst>
              <a:gd name="adj1" fmla="val 64634"/>
            </a:avLst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B6D6898-8FE5-624A-965A-036B12AF1E50}"/>
              </a:ext>
            </a:extLst>
          </p:cNvPr>
          <p:cNvGrpSpPr/>
          <p:nvPr/>
        </p:nvGrpSpPr>
        <p:grpSpPr>
          <a:xfrm>
            <a:off x="3502989" y="1853140"/>
            <a:ext cx="5319355" cy="864001"/>
            <a:chOff x="3502989" y="1853140"/>
            <a:chExt cx="5319355" cy="86400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1B94D91-1BD7-8A47-9498-7CD106C20206}"/>
                </a:ext>
              </a:extLst>
            </p:cNvPr>
            <p:cNvSpPr/>
            <p:nvPr/>
          </p:nvSpPr>
          <p:spPr>
            <a:xfrm>
              <a:off x="3502989" y="1853141"/>
              <a:ext cx="5319355" cy="864000"/>
            </a:xfrm>
            <a:prstGeom prst="rect">
              <a:avLst/>
            </a:prstGeom>
            <a:solidFill>
              <a:srgbClr val="AAB7B8">
                <a:alpha val="22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00" dirty="0">
                <a:solidFill>
                  <a:srgbClr val="AAB7B8"/>
                </a:solidFill>
              </a:endParaRPr>
            </a:p>
            <a:p>
              <a:pPr algn="ctr"/>
              <a:endParaRPr lang="en-US" sz="1000" dirty="0">
                <a:solidFill>
                  <a:srgbClr val="AAB7B8"/>
                </a:solidFill>
              </a:endParaRPr>
            </a:p>
            <a:p>
              <a:pPr algn="ctr"/>
              <a:r>
                <a:rPr lang="en-US" sz="1000" dirty="0">
                  <a:solidFill>
                    <a:srgbClr val="545B64"/>
                  </a:solidFill>
                </a:rPr>
                <a:t>Auto Scaling group</a:t>
              </a:r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B910AEB4-9FD0-884C-8C4D-B1CC4C0A1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91216" y="1853140"/>
              <a:ext cx="342900" cy="3429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9F5C099-DDD2-1D41-AB5D-20E17A6FE80A}"/>
              </a:ext>
            </a:extLst>
          </p:cNvPr>
          <p:cNvGrpSpPr/>
          <p:nvPr/>
        </p:nvGrpSpPr>
        <p:grpSpPr>
          <a:xfrm>
            <a:off x="3502989" y="2020066"/>
            <a:ext cx="1087352" cy="644892"/>
            <a:chOff x="3502989" y="2020066"/>
            <a:chExt cx="1087352" cy="644892"/>
          </a:xfrm>
        </p:grpSpPr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F976CB88-B4E4-1649-AB82-9DBC30C46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681294" y="2020066"/>
              <a:ext cx="406589" cy="406589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70CC80D-CA6E-874F-A42D-8DF664956FD8}"/>
                </a:ext>
              </a:extLst>
            </p:cNvPr>
            <p:cNvSpPr txBox="1"/>
            <p:nvPr/>
          </p:nvSpPr>
          <p:spPr>
            <a:xfrm>
              <a:off x="3827141" y="2434126"/>
              <a:ext cx="7632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32F3E"/>
                  </a:solidFill>
                </a:rPr>
                <a:t>Dispatcher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44AE387-7B9C-334B-A516-04295971F4B4}"/>
                </a:ext>
              </a:extLst>
            </p:cNvPr>
            <p:cNvSpPr txBox="1"/>
            <p:nvPr/>
          </p:nvSpPr>
          <p:spPr>
            <a:xfrm>
              <a:off x="3502989" y="2100936"/>
              <a:ext cx="7632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32F3E"/>
                  </a:solidFill>
                </a:rPr>
                <a:t>cron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EF450E0-4820-F44B-BA17-53213AE55400}"/>
              </a:ext>
            </a:extLst>
          </p:cNvPr>
          <p:cNvGrpSpPr/>
          <p:nvPr/>
        </p:nvGrpSpPr>
        <p:grpSpPr>
          <a:xfrm>
            <a:off x="5830188" y="2824866"/>
            <a:ext cx="1065878" cy="406800"/>
            <a:chOff x="5993076" y="1627929"/>
            <a:chExt cx="1065878" cy="406800"/>
          </a:xfrm>
        </p:grpSpPr>
        <p:pic>
          <p:nvPicPr>
            <p:cNvPr id="96" name="Graphic 95">
              <a:extLst>
                <a:ext uri="{FF2B5EF4-FFF2-40B4-BE49-F238E27FC236}">
                  <a16:creationId xmlns:a16="http://schemas.microsoft.com/office/drawing/2014/main" id="{879D3962-D355-2F49-AD9C-496194601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993076" y="1627929"/>
              <a:ext cx="406801" cy="406800"/>
            </a:xfrm>
            <a:prstGeom prst="rect">
              <a:avLst/>
            </a:prstGeom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C1A6618-F4CB-9D48-B970-383E58999148}"/>
                </a:ext>
              </a:extLst>
            </p:cNvPr>
            <p:cNvSpPr txBox="1"/>
            <p:nvPr/>
          </p:nvSpPr>
          <p:spPr>
            <a:xfrm>
              <a:off x="6370945" y="1653818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32F3E"/>
                  </a:solidFill>
                </a:rPr>
                <a:t>Dispatcher</a:t>
              </a:r>
              <a:br>
                <a:rPr lang="en-US" sz="900" dirty="0">
                  <a:solidFill>
                    <a:srgbClr val="232F3E"/>
                  </a:solidFill>
                </a:rPr>
              </a:br>
              <a:r>
                <a:rPr lang="en-US" sz="900" dirty="0">
                  <a:solidFill>
                    <a:srgbClr val="232F3E"/>
                  </a:solidFill>
                </a:rPr>
                <a:t>job queue</a:t>
              </a:r>
            </a:p>
          </p:txBody>
        </p:sp>
      </p:grpSp>
      <p:cxnSp>
        <p:nvCxnSpPr>
          <p:cNvPr id="112" name="Straight Arrow Connector 101">
            <a:extLst>
              <a:ext uri="{FF2B5EF4-FFF2-40B4-BE49-F238E27FC236}">
                <a16:creationId xmlns:a16="http://schemas.microsoft.com/office/drawing/2014/main" id="{31F61C3A-EDD5-144A-98D3-A39D3A6588D9}"/>
              </a:ext>
            </a:extLst>
          </p:cNvPr>
          <p:cNvCxnSpPr>
            <a:cxnSpLocks/>
            <a:stCxn id="104" idx="2"/>
            <a:endCxn id="114" idx="1"/>
          </p:cNvCxnSpPr>
          <p:nvPr/>
        </p:nvCxnSpPr>
        <p:spPr>
          <a:xfrm rot="16200000" flipH="1">
            <a:off x="4124663" y="2186581"/>
            <a:ext cx="1464875" cy="1945022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889EA91-9AC6-C643-B907-0FB61E9B1941}"/>
              </a:ext>
            </a:extLst>
          </p:cNvPr>
          <p:cNvGrpSpPr/>
          <p:nvPr/>
        </p:nvGrpSpPr>
        <p:grpSpPr>
          <a:xfrm>
            <a:off x="5829611" y="3688130"/>
            <a:ext cx="1067060" cy="406800"/>
            <a:chOff x="5993076" y="1627929"/>
            <a:chExt cx="1067060" cy="406800"/>
          </a:xfrm>
        </p:grpSpPr>
        <p:pic>
          <p:nvPicPr>
            <p:cNvPr id="114" name="Graphic 113">
              <a:extLst>
                <a:ext uri="{FF2B5EF4-FFF2-40B4-BE49-F238E27FC236}">
                  <a16:creationId xmlns:a16="http://schemas.microsoft.com/office/drawing/2014/main" id="{4661BF4F-9629-A944-9099-F600052BF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993076" y="1627929"/>
              <a:ext cx="406801" cy="406800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4A52D20-DDFF-8148-BF39-81E5D275437D}"/>
                </a:ext>
              </a:extLst>
            </p:cNvPr>
            <p:cNvSpPr txBox="1"/>
            <p:nvPr/>
          </p:nvSpPr>
          <p:spPr>
            <a:xfrm>
              <a:off x="6402585" y="1644882"/>
              <a:ext cx="657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232F3E"/>
                  </a:solidFill>
                </a:rPr>
                <a:t>Worker</a:t>
              </a:r>
              <a:br>
                <a:rPr lang="en-US" sz="900" dirty="0">
                  <a:solidFill>
                    <a:srgbClr val="232F3E"/>
                  </a:solidFill>
                </a:rPr>
              </a:br>
              <a:r>
                <a:rPr lang="en-US" sz="900" dirty="0">
                  <a:solidFill>
                    <a:srgbClr val="232F3E"/>
                  </a:solidFill>
                </a:rPr>
                <a:t>job queue</a:t>
              </a:r>
            </a:p>
          </p:txBody>
        </p:sp>
      </p:grpSp>
      <p:cxnSp>
        <p:nvCxnSpPr>
          <p:cNvPr id="119" name="Straight Arrow Connector 101">
            <a:extLst>
              <a:ext uri="{FF2B5EF4-FFF2-40B4-BE49-F238E27FC236}">
                <a16:creationId xmlns:a16="http://schemas.microsoft.com/office/drawing/2014/main" id="{DE9950B9-4968-6746-9D3E-6E361FB77B9F}"/>
              </a:ext>
            </a:extLst>
          </p:cNvPr>
          <p:cNvCxnSpPr>
            <a:cxnSpLocks/>
            <a:stCxn id="114" idx="2"/>
            <a:endCxn id="47" idx="0"/>
          </p:cNvCxnSpPr>
          <p:nvPr/>
        </p:nvCxnSpPr>
        <p:spPr>
          <a:xfrm rot="5400000">
            <a:off x="4674055" y="3310599"/>
            <a:ext cx="574627" cy="2143289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01">
            <a:extLst>
              <a:ext uri="{FF2B5EF4-FFF2-40B4-BE49-F238E27FC236}">
                <a16:creationId xmlns:a16="http://schemas.microsoft.com/office/drawing/2014/main" id="{494AC868-7957-2943-9014-DA51EDB4CD34}"/>
              </a:ext>
            </a:extLst>
          </p:cNvPr>
          <p:cNvCxnSpPr>
            <a:cxnSpLocks/>
            <a:stCxn id="114" idx="2"/>
            <a:endCxn id="41" idx="0"/>
          </p:cNvCxnSpPr>
          <p:nvPr/>
        </p:nvCxnSpPr>
        <p:spPr>
          <a:xfrm rot="16200000" flipH="1">
            <a:off x="6789636" y="3338305"/>
            <a:ext cx="574627" cy="2087875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C726101-3BF4-0B43-B483-34D9E7A16701}"/>
              </a:ext>
            </a:extLst>
          </p:cNvPr>
          <p:cNvGrpSpPr/>
          <p:nvPr/>
        </p:nvGrpSpPr>
        <p:grpSpPr>
          <a:xfrm>
            <a:off x="9523261" y="4360219"/>
            <a:ext cx="1472828" cy="1457674"/>
            <a:chOff x="10430435" y="3797446"/>
            <a:chExt cx="1472828" cy="1457674"/>
          </a:xfrm>
        </p:grpSpPr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2E8821DA-8B5E-A043-A086-992C39883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0896849" y="3797446"/>
              <a:ext cx="540000" cy="675000"/>
            </a:xfrm>
            <a:prstGeom prst="rect">
              <a:avLst/>
            </a:prstGeom>
          </p:spPr>
        </p:pic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5D03F81-31AE-F843-A9C1-CBECC4F75339}"/>
                </a:ext>
              </a:extLst>
            </p:cNvPr>
            <p:cNvGrpSpPr/>
            <p:nvPr/>
          </p:nvGrpSpPr>
          <p:grpSpPr>
            <a:xfrm>
              <a:off x="10430435" y="4585705"/>
              <a:ext cx="1472828" cy="669415"/>
              <a:chOff x="10430435" y="4585705"/>
              <a:chExt cx="1472828" cy="66941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BCBB71E-C93E-F845-B494-92AA02A058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430435" y="4585705"/>
                <a:ext cx="763200" cy="669415"/>
                <a:chOff x="255233" y="3486651"/>
                <a:chExt cx="1072750" cy="940926"/>
              </a:xfrm>
            </p:grpSpPr>
            <p:pic>
              <p:nvPicPr>
                <p:cNvPr id="64" name="Graphic 63">
                  <a:extLst>
                    <a:ext uri="{FF2B5EF4-FFF2-40B4-BE49-F238E27FC236}">
                      <a16:creationId xmlns:a16="http://schemas.microsoft.com/office/drawing/2014/main" id="{EBED0927-CFA5-D045-BE57-0D28E1AFD8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5858" y="3486651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AC049EF-7A8A-1044-8E57-0494FE1F757C}"/>
                    </a:ext>
                  </a:extLst>
                </p:cNvPr>
                <p:cNvSpPr txBox="1"/>
                <p:nvPr/>
              </p:nvSpPr>
              <p:spPr>
                <a:xfrm>
                  <a:off x="255233" y="4103121"/>
                  <a:ext cx="1072750" cy="3244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Payloads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79220C8-7C1B-FA45-B274-00EF960FA13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140063" y="4585705"/>
                <a:ext cx="763200" cy="669415"/>
                <a:chOff x="255233" y="3486651"/>
                <a:chExt cx="1072750" cy="940926"/>
              </a:xfrm>
            </p:grpSpPr>
            <p:pic>
              <p:nvPicPr>
                <p:cNvPr id="140" name="Graphic 139">
                  <a:extLst>
                    <a:ext uri="{FF2B5EF4-FFF2-40B4-BE49-F238E27FC236}">
                      <a16:creationId xmlns:a16="http://schemas.microsoft.com/office/drawing/2014/main" id="{4577C205-E6DB-1E48-A0BA-C9B2944FC1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5858" y="3486651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90B4259F-5347-F542-B8F5-6242B8E7823E}"/>
                    </a:ext>
                  </a:extLst>
                </p:cNvPr>
                <p:cNvSpPr txBox="1"/>
                <p:nvPr/>
              </p:nvSpPr>
              <p:spPr>
                <a:xfrm>
                  <a:off x="255233" y="4103121"/>
                  <a:ext cx="1072750" cy="3244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Temp space</a:t>
                  </a:r>
                </a:p>
              </p:txBody>
            </p:sp>
          </p:grpSp>
        </p:grpSp>
      </p:grpSp>
      <p:pic>
        <p:nvPicPr>
          <p:cNvPr id="142" name="Graphic 141">
            <a:extLst>
              <a:ext uri="{FF2B5EF4-FFF2-40B4-BE49-F238E27FC236}">
                <a16:creationId xmlns:a16="http://schemas.microsoft.com/office/drawing/2014/main" id="{AFE93F83-F8B7-F047-A714-60BA5FAE210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73595" y="4575895"/>
            <a:ext cx="197804" cy="197804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086389CD-D91A-BD49-AEB0-4B7F0E9F983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191828" y="3184580"/>
            <a:ext cx="540000" cy="675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1658C14-C229-5441-BC1C-44F52D8B60D7}"/>
              </a:ext>
            </a:extLst>
          </p:cNvPr>
          <p:cNvGrpSpPr/>
          <p:nvPr/>
        </p:nvGrpSpPr>
        <p:grpSpPr>
          <a:xfrm>
            <a:off x="7739287" y="4570654"/>
            <a:ext cx="763200" cy="778187"/>
            <a:chOff x="8326174" y="4570654"/>
            <a:chExt cx="763200" cy="77818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1211766-24EC-444D-9F6F-C2B3E09F2C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26174" y="4669557"/>
              <a:ext cx="763200" cy="679284"/>
              <a:chOff x="1255267" y="3843536"/>
              <a:chExt cx="1072750" cy="954797"/>
            </a:xfrm>
          </p:grpSpPr>
          <p:pic>
            <p:nvPicPr>
              <p:cNvPr id="41" name="Graphic 40">
                <a:extLst>
                  <a:ext uri="{FF2B5EF4-FFF2-40B4-BE49-F238E27FC236}">
                    <a16:creationId xmlns:a16="http://schemas.microsoft.com/office/drawing/2014/main" id="{559AB70C-5CAF-7049-8F4A-E015400B8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505892" y="3843536"/>
                <a:ext cx="571500" cy="571500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21D65-C984-E641-BC35-40C45898F8B4}"/>
                  </a:ext>
                </a:extLst>
              </p:cNvPr>
              <p:cNvSpPr txBox="1"/>
              <p:nvPr/>
            </p:nvSpPr>
            <p:spPr>
              <a:xfrm>
                <a:off x="1255267" y="4473877"/>
                <a:ext cx="1072750" cy="324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Worker</a:t>
                </a:r>
              </a:p>
            </p:txBody>
          </p:sp>
        </p:grpSp>
        <p:pic>
          <p:nvPicPr>
            <p:cNvPr id="155" name="Graphic 154">
              <a:extLst>
                <a:ext uri="{FF2B5EF4-FFF2-40B4-BE49-F238E27FC236}">
                  <a16:creationId xmlns:a16="http://schemas.microsoft.com/office/drawing/2014/main" id="{B7C0331D-F8E7-5949-8C92-7593170FC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812167" y="4570654"/>
              <a:ext cx="197804" cy="197804"/>
            </a:xfrm>
            <a:prstGeom prst="rect">
              <a:avLst/>
            </a:prstGeom>
          </p:spPr>
        </p:pic>
      </p:grpSp>
      <p:pic>
        <p:nvPicPr>
          <p:cNvPr id="156" name="Graphic 155">
            <a:extLst>
              <a:ext uri="{FF2B5EF4-FFF2-40B4-BE49-F238E27FC236}">
                <a16:creationId xmlns:a16="http://schemas.microsoft.com/office/drawing/2014/main" id="{95804294-0C32-114A-B4FC-D6DD8D0A59D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69484" y="1949477"/>
            <a:ext cx="197804" cy="19780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1B42DA7-41FB-B54C-89E0-E9B49228F89D}"/>
              </a:ext>
            </a:extLst>
          </p:cNvPr>
          <p:cNvGrpSpPr/>
          <p:nvPr/>
        </p:nvGrpSpPr>
        <p:grpSpPr>
          <a:xfrm>
            <a:off x="9514449" y="1778771"/>
            <a:ext cx="1471629" cy="2261774"/>
            <a:chOff x="9514449" y="1778771"/>
            <a:chExt cx="1471629" cy="22617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E4A0A5-B687-BF4B-90CB-36B5D0F1FEC8}"/>
                </a:ext>
              </a:extLst>
            </p:cNvPr>
            <p:cNvGrpSpPr/>
            <p:nvPr/>
          </p:nvGrpSpPr>
          <p:grpSpPr>
            <a:xfrm>
              <a:off x="9514450" y="1778771"/>
              <a:ext cx="1471628" cy="685568"/>
              <a:chOff x="9514450" y="1778771"/>
              <a:chExt cx="1471628" cy="68556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452538F-FE7E-A443-A2D4-33895EB37B4B}"/>
                  </a:ext>
                </a:extLst>
              </p:cNvPr>
              <p:cNvGrpSpPr/>
              <p:nvPr/>
            </p:nvGrpSpPr>
            <p:grpSpPr>
              <a:xfrm>
                <a:off x="9514450" y="1778771"/>
                <a:ext cx="762000" cy="685568"/>
                <a:chOff x="9048765" y="5324579"/>
                <a:chExt cx="1072750" cy="965148"/>
              </a:xfrm>
            </p:grpSpPr>
            <p:pic>
              <p:nvPicPr>
                <p:cNvPr id="71" name="Graphic 70">
                  <a:extLst>
                    <a:ext uri="{FF2B5EF4-FFF2-40B4-BE49-F238E27FC236}">
                      <a16:creationId xmlns:a16="http://schemas.microsoft.com/office/drawing/2014/main" id="{23B7AB2D-C874-C94A-A462-A912FF940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96DAC541-7B7A-43D3-8B79-37D633B846F1}">
                      <asvg:svgBlip xmlns:asvg="http://schemas.microsoft.com/office/drawing/2016/SVG/main" r:embed="rId3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9390" y="5324579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63A7BD5-6DB2-1040-B7D8-24DD0893D4A3}"/>
                    </a:ext>
                  </a:extLst>
                </p:cNvPr>
                <p:cNvSpPr txBox="1"/>
                <p:nvPr/>
              </p:nvSpPr>
              <p:spPr>
                <a:xfrm>
                  <a:off x="9048765" y="5964760"/>
                  <a:ext cx="1072750" cy="324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jobs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5B84CBE-AD8C-DD47-809F-6FC150E84C93}"/>
                  </a:ext>
                </a:extLst>
              </p:cNvPr>
              <p:cNvGrpSpPr/>
              <p:nvPr/>
            </p:nvGrpSpPr>
            <p:grpSpPr>
              <a:xfrm>
                <a:off x="10224078" y="1778771"/>
                <a:ext cx="762000" cy="685568"/>
                <a:chOff x="9048765" y="5324579"/>
                <a:chExt cx="1072750" cy="965148"/>
              </a:xfrm>
            </p:grpSpPr>
            <p:pic>
              <p:nvPicPr>
                <p:cNvPr id="77" name="Graphic 76">
                  <a:extLst>
                    <a:ext uri="{FF2B5EF4-FFF2-40B4-BE49-F238E27FC236}">
                      <a16:creationId xmlns:a16="http://schemas.microsoft.com/office/drawing/2014/main" id="{C1C28B6D-099F-3648-9596-25C84510D6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96DAC541-7B7A-43D3-8B79-37D633B846F1}">
                      <asvg:svgBlip xmlns:asvg="http://schemas.microsoft.com/office/drawing/2016/SVG/main" r:embed="rId3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9390" y="5324579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78C7B98-D853-1944-AA31-F14C3D4C777D}"/>
                    </a:ext>
                  </a:extLst>
                </p:cNvPr>
                <p:cNvSpPr txBox="1"/>
                <p:nvPr/>
              </p:nvSpPr>
              <p:spPr>
                <a:xfrm>
                  <a:off x="9048765" y="5964760"/>
                  <a:ext cx="1072750" cy="324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events</a:t>
                  </a: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C16993-33B5-054A-A430-ABF5D4C4CA48}"/>
                </a:ext>
              </a:extLst>
            </p:cNvPr>
            <p:cNvGrpSpPr/>
            <p:nvPr/>
          </p:nvGrpSpPr>
          <p:grpSpPr>
            <a:xfrm>
              <a:off x="9514450" y="2566875"/>
              <a:ext cx="1471628" cy="685568"/>
              <a:chOff x="9514450" y="2567030"/>
              <a:chExt cx="1471628" cy="68556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9B6BF99-369D-6641-A133-ED218362738D}"/>
                  </a:ext>
                </a:extLst>
              </p:cNvPr>
              <p:cNvGrpSpPr/>
              <p:nvPr/>
            </p:nvGrpSpPr>
            <p:grpSpPr>
              <a:xfrm>
                <a:off x="9514450" y="2567030"/>
                <a:ext cx="762000" cy="685568"/>
                <a:chOff x="9048765" y="5324579"/>
                <a:chExt cx="1072750" cy="965148"/>
              </a:xfrm>
            </p:grpSpPr>
            <p:pic>
              <p:nvPicPr>
                <p:cNvPr id="74" name="Graphic 73">
                  <a:extLst>
                    <a:ext uri="{FF2B5EF4-FFF2-40B4-BE49-F238E27FC236}">
                      <a16:creationId xmlns:a16="http://schemas.microsoft.com/office/drawing/2014/main" id="{39491C01-9D22-8648-A20B-127E22611B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96DAC541-7B7A-43D3-8B79-37D633B846F1}">
                      <asvg:svgBlip xmlns:asvg="http://schemas.microsoft.com/office/drawing/2016/SVG/main" r:embed="rId3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9390" y="5324579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488F1BE8-08CF-C143-AC6B-9FBD52280A4B}"/>
                    </a:ext>
                  </a:extLst>
                </p:cNvPr>
                <p:cNvSpPr txBox="1"/>
                <p:nvPr/>
              </p:nvSpPr>
              <p:spPr>
                <a:xfrm>
                  <a:off x="9048765" y="5964760"/>
                  <a:ext cx="1072750" cy="324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realms</a:t>
                  </a: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0185935A-337E-734F-A1F2-07C3DB7D1C11}"/>
                  </a:ext>
                </a:extLst>
              </p:cNvPr>
              <p:cNvGrpSpPr/>
              <p:nvPr/>
            </p:nvGrpSpPr>
            <p:grpSpPr>
              <a:xfrm>
                <a:off x="10224078" y="2567030"/>
                <a:ext cx="762000" cy="685568"/>
                <a:chOff x="9048765" y="5324579"/>
                <a:chExt cx="1072750" cy="965148"/>
              </a:xfrm>
            </p:grpSpPr>
            <p:pic>
              <p:nvPicPr>
                <p:cNvPr id="80" name="Graphic 79">
                  <a:extLst>
                    <a:ext uri="{FF2B5EF4-FFF2-40B4-BE49-F238E27FC236}">
                      <a16:creationId xmlns:a16="http://schemas.microsoft.com/office/drawing/2014/main" id="{8852D6BB-81B1-1040-B358-CF55D072BC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96DAC541-7B7A-43D3-8B79-37D633B846F1}">
                      <asvg:svgBlip xmlns:asvg="http://schemas.microsoft.com/office/drawing/2016/SVG/main" r:embed="rId3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9390" y="5324579"/>
                  <a:ext cx="571500" cy="571500"/>
                </a:xfrm>
                <a:prstGeom prst="rect">
                  <a:avLst/>
                </a:prstGeom>
              </p:spPr>
            </p:pic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FA4CC31-75FA-144F-AAAE-C37E98AC6CBC}"/>
                    </a:ext>
                  </a:extLst>
                </p:cNvPr>
                <p:cNvSpPr txBox="1"/>
                <p:nvPr/>
              </p:nvSpPr>
              <p:spPr>
                <a:xfrm>
                  <a:off x="9048765" y="5964760"/>
                  <a:ext cx="1072750" cy="324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232F3E"/>
                      </a:solidFill>
                    </a:rPr>
                    <a:t>connections</a:t>
                  </a: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D7FDBA1-B73D-7843-BDCA-8AD7A06412E2}"/>
                </a:ext>
              </a:extLst>
            </p:cNvPr>
            <p:cNvGrpSpPr/>
            <p:nvPr/>
          </p:nvGrpSpPr>
          <p:grpSpPr>
            <a:xfrm>
              <a:off x="9514449" y="3353926"/>
              <a:ext cx="1471082" cy="686619"/>
              <a:chOff x="9048765" y="5323099"/>
              <a:chExt cx="2071002" cy="966628"/>
            </a:xfrm>
          </p:grpSpPr>
          <p:pic>
            <p:nvPicPr>
              <p:cNvPr id="88" name="Graphic 87">
                <a:extLst>
                  <a:ext uri="{FF2B5EF4-FFF2-40B4-BE49-F238E27FC236}">
                    <a16:creationId xmlns:a16="http://schemas.microsoft.com/office/drawing/2014/main" id="{839166BC-DA0E-E444-B834-E65EA05131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9299390" y="5324579"/>
                <a:ext cx="571500" cy="571500"/>
              </a:xfrm>
              <a:prstGeom prst="rect">
                <a:avLst/>
              </a:prstGeom>
            </p:spPr>
          </p:pic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E269A3-C1F7-9D47-B439-B62C3B8FE570}"/>
                  </a:ext>
                </a:extLst>
              </p:cNvPr>
              <p:cNvSpPr txBox="1"/>
              <p:nvPr/>
            </p:nvSpPr>
            <p:spPr>
              <a:xfrm>
                <a:off x="9048765" y="5964760"/>
                <a:ext cx="1072750" cy="324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s3triggers</a:t>
                </a:r>
              </a:p>
            </p:txBody>
          </p:sp>
          <p:pic>
            <p:nvPicPr>
              <p:cNvPr id="91" name="Graphic 90">
                <a:extLst>
                  <a:ext uri="{FF2B5EF4-FFF2-40B4-BE49-F238E27FC236}">
                    <a16:creationId xmlns:a16="http://schemas.microsoft.com/office/drawing/2014/main" id="{A40E9EA9-D5A7-134D-8416-3C1E05347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0298410" y="5323099"/>
                <a:ext cx="571500" cy="571500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946D726-D82E-0846-B11B-3B73732CA11A}"/>
                  </a:ext>
                </a:extLst>
              </p:cNvPr>
              <p:cNvSpPr txBox="1"/>
              <p:nvPr/>
            </p:nvSpPr>
            <p:spPr>
              <a:xfrm>
                <a:off x="10047017" y="5957118"/>
                <a:ext cx="1072750" cy="324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232F3E"/>
                    </a:solidFill>
                  </a:rPr>
                  <a:t>state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656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FAB13EB5-742A-8B4C-ABB0-0E5580CF3FA9}"/>
              </a:ext>
            </a:extLst>
          </p:cNvPr>
          <p:cNvGrpSpPr/>
          <p:nvPr/>
        </p:nvGrpSpPr>
        <p:grpSpPr>
          <a:xfrm>
            <a:off x="1261241" y="2469931"/>
            <a:ext cx="9280635" cy="1870841"/>
            <a:chOff x="1261241" y="2469931"/>
            <a:chExt cx="9280635" cy="1870841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BA3F2B6-F0AC-374F-A314-3E6D7E499904}"/>
                </a:ext>
              </a:extLst>
            </p:cNvPr>
            <p:cNvSpPr/>
            <p:nvPr/>
          </p:nvSpPr>
          <p:spPr>
            <a:xfrm>
              <a:off x="1261241" y="2469931"/>
              <a:ext cx="9280635" cy="187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F9FCA21-B396-E742-AEE6-66420AB7EF79}"/>
                </a:ext>
              </a:extLst>
            </p:cNvPr>
            <p:cNvGrpSpPr/>
            <p:nvPr/>
          </p:nvGrpSpPr>
          <p:grpSpPr>
            <a:xfrm>
              <a:off x="3851085" y="2611625"/>
              <a:ext cx="4100946" cy="1587452"/>
              <a:chOff x="1644073" y="2576944"/>
              <a:chExt cx="4100946" cy="1587452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6A541870-42C2-6A4F-ABD2-89710BCA6D73}"/>
                  </a:ext>
                </a:extLst>
              </p:cNvPr>
              <p:cNvCxnSpPr/>
              <p:nvPr/>
            </p:nvCxnSpPr>
            <p:spPr>
              <a:xfrm>
                <a:off x="1644073" y="2974109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91ADC25-C2E4-354A-A1FC-E493805B4278}"/>
                  </a:ext>
                </a:extLst>
              </p:cNvPr>
              <p:cNvCxnSpPr/>
              <p:nvPr/>
            </p:nvCxnSpPr>
            <p:spPr>
              <a:xfrm>
                <a:off x="3011055" y="2974109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5C491A7-9388-D14E-82B4-97B9915B60A3}"/>
                  </a:ext>
                </a:extLst>
              </p:cNvPr>
              <p:cNvCxnSpPr/>
              <p:nvPr/>
            </p:nvCxnSpPr>
            <p:spPr>
              <a:xfrm>
                <a:off x="4378037" y="2974109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7F7BEE-62E8-5141-A0E6-7FA1224AF8FA}"/>
                  </a:ext>
                </a:extLst>
              </p:cNvPr>
              <p:cNvSpPr txBox="1"/>
              <p:nvPr/>
            </p:nvSpPr>
            <p:spPr>
              <a:xfrm>
                <a:off x="2774361" y="2576945"/>
                <a:ext cx="4937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from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B38D4E-3FDC-1B48-892D-0EC809A5AE99}"/>
                  </a:ext>
                </a:extLst>
              </p:cNvPr>
              <p:cNvSpPr txBox="1"/>
              <p:nvPr/>
            </p:nvSpPr>
            <p:spPr>
              <a:xfrm>
                <a:off x="4218314" y="2576944"/>
                <a:ext cx="3194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to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0199F34-18F7-8E48-B6A5-3A6A2FD36800}"/>
                  </a:ext>
                </a:extLst>
              </p:cNvPr>
              <p:cNvCxnSpPr/>
              <p:nvPr/>
            </p:nvCxnSpPr>
            <p:spPr>
              <a:xfrm>
                <a:off x="1644073" y="3887397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9003201-8365-7A4F-99AD-67E8C2F245B7}"/>
                  </a:ext>
                </a:extLst>
              </p:cNvPr>
              <p:cNvCxnSpPr/>
              <p:nvPr/>
            </p:nvCxnSpPr>
            <p:spPr>
              <a:xfrm>
                <a:off x="3011055" y="3887397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sysDot"/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72E0111-AE8F-0F4A-B1FF-BB5B76E717B5}"/>
                  </a:ext>
                </a:extLst>
              </p:cNvPr>
              <p:cNvCxnSpPr/>
              <p:nvPr/>
            </p:nvCxnSpPr>
            <p:spPr>
              <a:xfrm>
                <a:off x="4378037" y="3887397"/>
                <a:ext cx="1366982" cy="0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DAE02D-0B68-6547-B266-12DB2C0B33C5}"/>
                  </a:ext>
                </a:extLst>
              </p:cNvPr>
              <p:cNvSpPr txBox="1"/>
              <p:nvPr/>
            </p:nvSpPr>
            <p:spPr>
              <a:xfrm>
                <a:off x="2861533" y="3490233"/>
                <a:ext cx="3194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to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932BA2-2BE4-B243-B068-DB5505D34C19}"/>
                  </a:ext>
                </a:extLst>
              </p:cNvPr>
              <p:cNvSpPr txBox="1"/>
              <p:nvPr/>
            </p:nvSpPr>
            <p:spPr>
              <a:xfrm>
                <a:off x="4131143" y="3490232"/>
                <a:ext cx="4937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from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581ED4-EC1A-6248-A674-171D930C8D86}"/>
                  </a:ext>
                </a:extLst>
              </p:cNvPr>
              <p:cNvSpPr txBox="1"/>
              <p:nvPr/>
            </p:nvSpPr>
            <p:spPr>
              <a:xfrm>
                <a:off x="3111597" y="2974108"/>
                <a:ext cx="11658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schedule active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D66771-ED16-3743-8A52-EFD4EA50BF10}"/>
                  </a:ext>
                </a:extLst>
              </p:cNvPr>
              <p:cNvSpPr txBox="1"/>
              <p:nvPr/>
            </p:nvSpPr>
            <p:spPr>
              <a:xfrm>
                <a:off x="1744616" y="3887397"/>
                <a:ext cx="11658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schedule active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24822D-6779-F94F-923E-AC71ECC0F3D4}"/>
                  </a:ext>
                </a:extLst>
              </p:cNvPr>
              <p:cNvSpPr txBox="1"/>
              <p:nvPr/>
            </p:nvSpPr>
            <p:spPr>
              <a:xfrm>
                <a:off x="4478579" y="3887397"/>
                <a:ext cx="11658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schedule active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237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C84A683-D471-BD41-8295-7E205EED10F8}"/>
              </a:ext>
            </a:extLst>
          </p:cNvPr>
          <p:cNvGrpSpPr/>
          <p:nvPr/>
        </p:nvGrpSpPr>
        <p:grpSpPr>
          <a:xfrm>
            <a:off x="1204219" y="1865933"/>
            <a:ext cx="9783562" cy="3126135"/>
            <a:chOff x="1671211" y="2644197"/>
            <a:chExt cx="9783562" cy="31261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6ED2C45-78F5-C64E-89D0-4A05E2A7FE81}"/>
                </a:ext>
              </a:extLst>
            </p:cNvPr>
            <p:cNvGrpSpPr/>
            <p:nvPr/>
          </p:nvGrpSpPr>
          <p:grpSpPr>
            <a:xfrm>
              <a:off x="1671211" y="2644197"/>
              <a:ext cx="1554293" cy="1253595"/>
              <a:chOff x="1374144" y="2644197"/>
              <a:chExt cx="1554293" cy="1253595"/>
            </a:xfrm>
          </p:grpSpPr>
          <p:sp>
            <p:nvSpPr>
              <p:cNvPr id="3" name="Striped Right Arrow 2">
                <a:extLst>
                  <a:ext uri="{FF2B5EF4-FFF2-40B4-BE49-F238E27FC236}">
                    <a16:creationId xmlns:a16="http://schemas.microsoft.com/office/drawing/2014/main" id="{9C6FB68C-26BD-DD4B-85A2-CB935E6AF648}"/>
                  </a:ext>
                </a:extLst>
              </p:cNvPr>
              <p:cNvSpPr/>
              <p:nvPr/>
            </p:nvSpPr>
            <p:spPr>
              <a:xfrm>
                <a:off x="1749514" y="3347545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rot="0" spcFirstLastPara="0" vertOverflow="overflow" horzOverflow="overflow" vert="horz" wrap="none" lIns="36000" tIns="45720" rIns="3600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Job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BF97FE-267C-2A44-8F77-799539298ED0}"/>
                  </a:ext>
                </a:extLst>
              </p:cNvPr>
              <p:cNvGrpSpPr/>
              <p:nvPr/>
            </p:nvGrpSpPr>
            <p:grpSpPr>
              <a:xfrm>
                <a:off x="1374144" y="2644197"/>
                <a:ext cx="1554293" cy="703348"/>
                <a:chOff x="1374144" y="2644197"/>
                <a:chExt cx="1554293" cy="703348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9C6BA243-6AF6-DF48-8099-A68539D2E20A}"/>
                    </a:ext>
                  </a:extLst>
                </p:cNvPr>
                <p:cNvGrpSpPr/>
                <p:nvPr/>
              </p:nvGrpSpPr>
              <p:grpSpPr>
                <a:xfrm>
                  <a:off x="1374144" y="2644197"/>
                  <a:ext cx="1554293" cy="277000"/>
                  <a:chOff x="1374144" y="2644197"/>
                  <a:chExt cx="1554293" cy="277000"/>
                </a:xfrm>
              </p:grpSpPr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AE0781D8-2E8B-184A-A422-E495A19B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2325130" y="2644197"/>
                    <a:ext cx="60330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Parent</a:t>
                    </a:r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2E46B2B-DD10-184E-8F88-3FF37A3F61C4}"/>
                      </a:ext>
                    </a:extLst>
                  </p:cNvPr>
                  <p:cNvSpPr txBox="1"/>
                  <p:nvPr/>
                </p:nvSpPr>
                <p:spPr>
                  <a:xfrm>
                    <a:off x="1374144" y="2644198"/>
                    <a:ext cx="63632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Master</a:t>
                    </a:r>
                  </a:p>
                </p:txBody>
              </p:sp>
            </p:grpSp>
            <p:cxnSp>
              <p:nvCxnSpPr>
                <p:cNvPr id="6" name="Straight Connector 22">
                  <a:extLst>
                    <a:ext uri="{FF2B5EF4-FFF2-40B4-BE49-F238E27FC236}">
                      <a16:creationId xmlns:a16="http://schemas.microsoft.com/office/drawing/2014/main" id="{16DCFFED-307A-FC46-A75B-DBE79F077704}"/>
                    </a:ext>
                  </a:extLst>
                </p:cNvPr>
                <p:cNvCxnSpPr>
                  <a:cxnSpLocks/>
                  <a:stCxn id="8" idx="2"/>
                  <a:endCxn id="3" idx="0"/>
                </p:cNvCxnSpPr>
                <p:nvPr/>
              </p:nvCxnSpPr>
              <p:spPr>
                <a:xfrm rot="5400000">
                  <a:off x="2212129" y="2932889"/>
                  <a:ext cx="426349" cy="402962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bg2">
                      <a:lumMod val="50000"/>
                    </a:schemeClr>
                  </a:solidFill>
                  <a:prstDash val="sysDot"/>
                  <a:headEnd type="none" w="lg" len="lg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22">
                  <a:extLst>
                    <a:ext uri="{FF2B5EF4-FFF2-40B4-BE49-F238E27FC236}">
                      <a16:creationId xmlns:a16="http://schemas.microsoft.com/office/drawing/2014/main" id="{77956473-5E8F-8445-BCEE-B7397D8CCD97}"/>
                    </a:ext>
                  </a:extLst>
                </p:cNvPr>
                <p:cNvCxnSpPr>
                  <a:cxnSpLocks/>
                  <a:stCxn id="9" idx="2"/>
                  <a:endCxn id="3" idx="0"/>
                </p:cNvCxnSpPr>
                <p:nvPr/>
              </p:nvCxnSpPr>
              <p:spPr>
                <a:xfrm rot="16200000" flipH="1">
                  <a:off x="1744891" y="2868614"/>
                  <a:ext cx="426348" cy="531514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bg2">
                      <a:lumMod val="50000"/>
                    </a:schemeClr>
                  </a:solidFill>
                  <a:prstDash val="sysDot"/>
                  <a:headEnd type="none" w="lg" len="lg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2F29FC-DFEE-E54E-89F7-60FEA2C3E0C8}"/>
                </a:ext>
              </a:extLst>
            </p:cNvPr>
            <p:cNvGrpSpPr/>
            <p:nvPr/>
          </p:nvGrpSpPr>
          <p:grpSpPr>
            <a:xfrm>
              <a:off x="7990733" y="2644197"/>
              <a:ext cx="3464040" cy="3126135"/>
              <a:chOff x="8158898" y="2644197"/>
              <a:chExt cx="3464040" cy="3126135"/>
            </a:xfrm>
          </p:grpSpPr>
          <p:cxnSp>
            <p:nvCxnSpPr>
              <p:cNvPr id="11" name="Straight Connector 22">
                <a:extLst>
                  <a:ext uri="{FF2B5EF4-FFF2-40B4-BE49-F238E27FC236}">
                    <a16:creationId xmlns:a16="http://schemas.microsoft.com/office/drawing/2014/main" id="{BF25AB13-8074-7E4B-BBE3-4E322FD8237B}"/>
                  </a:ext>
                </a:extLst>
              </p:cNvPr>
              <p:cNvCxnSpPr>
                <a:cxnSpLocks/>
                <a:stCxn id="12" idx="3"/>
                <a:endCxn id="13" idx="1"/>
              </p:cNvCxnSpPr>
              <p:nvPr/>
            </p:nvCxnSpPr>
            <p:spPr>
              <a:xfrm>
                <a:off x="8962452" y="3622669"/>
                <a:ext cx="526689" cy="532472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Striped Right Arrow 11">
                <a:extLst>
                  <a:ext uri="{FF2B5EF4-FFF2-40B4-BE49-F238E27FC236}">
                    <a16:creationId xmlns:a16="http://schemas.microsoft.com/office/drawing/2014/main" id="{B821CB30-2B38-9644-8538-7DEF7BA0485B}"/>
                  </a:ext>
                </a:extLst>
              </p:cNvPr>
              <p:cNvSpPr/>
              <p:nvPr/>
            </p:nvSpPr>
            <p:spPr>
              <a:xfrm>
                <a:off x="8158898" y="3347545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Chain</a:t>
                </a:r>
              </a:p>
            </p:txBody>
          </p:sp>
          <p:sp>
            <p:nvSpPr>
              <p:cNvPr id="13" name="Striped Right Arrow 12">
                <a:extLst>
                  <a:ext uri="{FF2B5EF4-FFF2-40B4-BE49-F238E27FC236}">
                    <a16:creationId xmlns:a16="http://schemas.microsoft.com/office/drawing/2014/main" id="{E5B4D9A8-4F39-A149-80F6-507D2297ADDD}"/>
                  </a:ext>
                </a:extLst>
              </p:cNvPr>
              <p:cNvSpPr/>
              <p:nvPr/>
            </p:nvSpPr>
            <p:spPr>
              <a:xfrm>
                <a:off x="9489141" y="3880017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Chain</a:t>
                </a:r>
              </a:p>
            </p:txBody>
          </p:sp>
          <p:sp>
            <p:nvSpPr>
              <p:cNvPr id="14" name="Striped Right Arrow 13">
                <a:extLst>
                  <a:ext uri="{FF2B5EF4-FFF2-40B4-BE49-F238E27FC236}">
                    <a16:creationId xmlns:a16="http://schemas.microsoft.com/office/drawing/2014/main" id="{8DE85A16-F780-E74E-8FE0-AA18C7D02972}"/>
                  </a:ext>
                </a:extLst>
              </p:cNvPr>
              <p:cNvSpPr/>
              <p:nvPr/>
            </p:nvSpPr>
            <p:spPr>
              <a:xfrm>
                <a:off x="9489141" y="4687614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Job</a:t>
                </a:r>
              </a:p>
            </p:txBody>
          </p:sp>
          <p:cxnSp>
            <p:nvCxnSpPr>
              <p:cNvPr id="15" name="Straight Connector 22">
                <a:extLst>
                  <a:ext uri="{FF2B5EF4-FFF2-40B4-BE49-F238E27FC236}">
                    <a16:creationId xmlns:a16="http://schemas.microsoft.com/office/drawing/2014/main" id="{B700FD91-CF05-0A4B-9C2A-135574112A28}"/>
                  </a:ext>
                </a:extLst>
              </p:cNvPr>
              <p:cNvCxnSpPr>
                <a:cxnSpLocks/>
                <a:stCxn id="12" idx="3"/>
                <a:endCxn id="14" idx="1"/>
              </p:cNvCxnSpPr>
              <p:nvPr/>
            </p:nvCxnSpPr>
            <p:spPr>
              <a:xfrm>
                <a:off x="8962452" y="3622669"/>
                <a:ext cx="526689" cy="1340069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22">
                <a:extLst>
                  <a:ext uri="{FF2B5EF4-FFF2-40B4-BE49-F238E27FC236}">
                    <a16:creationId xmlns:a16="http://schemas.microsoft.com/office/drawing/2014/main" id="{937D5B4F-4B68-5F4D-AA2F-1B3C2CCD7B10}"/>
                  </a:ext>
                </a:extLst>
              </p:cNvPr>
              <p:cNvCxnSpPr>
                <a:cxnSpLocks/>
                <a:stCxn id="13" idx="3"/>
                <a:endCxn id="17" idx="1"/>
              </p:cNvCxnSpPr>
              <p:nvPr/>
            </p:nvCxnSpPr>
            <p:spPr>
              <a:xfrm>
                <a:off x="10292695" y="4155141"/>
                <a:ext cx="526689" cy="532471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Striped Right Arrow 16">
                <a:extLst>
                  <a:ext uri="{FF2B5EF4-FFF2-40B4-BE49-F238E27FC236}">
                    <a16:creationId xmlns:a16="http://schemas.microsoft.com/office/drawing/2014/main" id="{68A77BDA-4AF1-3D46-8831-29787FAA3DB8}"/>
                  </a:ext>
                </a:extLst>
              </p:cNvPr>
              <p:cNvSpPr/>
              <p:nvPr/>
            </p:nvSpPr>
            <p:spPr>
              <a:xfrm>
                <a:off x="10819384" y="4412488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rot="0" spcFirstLastPara="0" vertOverflow="overflow" horzOverflow="overflow" vert="horz" wrap="none" lIns="36000" tIns="45720" rIns="3600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</a:rPr>
                  <a:t>Job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Striped Right Arrow 17">
                <a:extLst>
                  <a:ext uri="{FF2B5EF4-FFF2-40B4-BE49-F238E27FC236}">
                    <a16:creationId xmlns:a16="http://schemas.microsoft.com/office/drawing/2014/main" id="{05147232-37DA-7C4C-9EFA-DD4CCBFFF3FA}"/>
                  </a:ext>
                </a:extLst>
              </p:cNvPr>
              <p:cNvSpPr/>
              <p:nvPr/>
            </p:nvSpPr>
            <p:spPr>
              <a:xfrm>
                <a:off x="10819384" y="5220085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Job</a:t>
                </a:r>
              </a:p>
            </p:txBody>
          </p:sp>
          <p:cxnSp>
            <p:nvCxnSpPr>
              <p:cNvPr id="19" name="Straight Connector 22">
                <a:extLst>
                  <a:ext uri="{FF2B5EF4-FFF2-40B4-BE49-F238E27FC236}">
                    <a16:creationId xmlns:a16="http://schemas.microsoft.com/office/drawing/2014/main" id="{75ABC9A0-2AD7-1046-B934-D37EA44103BD}"/>
                  </a:ext>
                </a:extLst>
              </p:cNvPr>
              <p:cNvCxnSpPr>
                <a:cxnSpLocks/>
                <a:stCxn id="13" idx="3"/>
                <a:endCxn id="18" idx="1"/>
              </p:cNvCxnSpPr>
              <p:nvPr/>
            </p:nvCxnSpPr>
            <p:spPr>
              <a:xfrm>
                <a:off x="10292695" y="4155141"/>
                <a:ext cx="526689" cy="13400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016D23-878D-1F49-9C1E-0A96595AEFB9}"/>
                  </a:ext>
                </a:extLst>
              </p:cNvPr>
              <p:cNvSpPr txBox="1"/>
              <p:nvPr/>
            </p:nvSpPr>
            <p:spPr>
              <a:xfrm>
                <a:off x="9663322" y="2644197"/>
                <a:ext cx="6033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Parent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38766-426D-6149-861B-BC03364EF395}"/>
                  </a:ext>
                </a:extLst>
              </p:cNvPr>
              <p:cNvSpPr txBox="1"/>
              <p:nvPr/>
            </p:nvSpPr>
            <p:spPr>
              <a:xfrm>
                <a:off x="8313631" y="2644198"/>
                <a:ext cx="6363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Master</a:t>
                </a:r>
              </a:p>
            </p:txBody>
          </p:sp>
          <p:cxnSp>
            <p:nvCxnSpPr>
              <p:cNvPr id="22" name="Straight Connector 22">
                <a:extLst>
                  <a:ext uri="{FF2B5EF4-FFF2-40B4-BE49-F238E27FC236}">
                    <a16:creationId xmlns:a16="http://schemas.microsoft.com/office/drawing/2014/main" id="{A32A24B7-1D56-DD4A-8BF1-F593D6BCB816}"/>
                  </a:ext>
                </a:extLst>
              </p:cNvPr>
              <p:cNvCxnSpPr>
                <a:cxnSpLocks/>
                <a:stCxn id="20" idx="2"/>
                <a:endCxn id="13" idx="0"/>
              </p:cNvCxnSpPr>
              <p:nvPr/>
            </p:nvCxnSpPr>
            <p:spPr>
              <a:xfrm rot="5400000">
                <a:off x="9484803" y="3399843"/>
                <a:ext cx="958821" cy="1527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bg2">
                    <a:lumMod val="50000"/>
                  </a:schemeClr>
                </a:solidFill>
                <a:prstDash val="sysDot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D8E0D93-205E-3545-A271-A4072D63CC5A}"/>
                  </a:ext>
                </a:extLst>
              </p:cNvPr>
              <p:cNvCxnSpPr>
                <a:cxnSpLocks/>
                <a:stCxn id="21" idx="2"/>
                <a:endCxn id="12" idx="0"/>
              </p:cNvCxnSpPr>
              <p:nvPr/>
            </p:nvCxnSpPr>
            <p:spPr>
              <a:xfrm rot="16200000" flipH="1">
                <a:off x="8419326" y="3133665"/>
                <a:ext cx="426348" cy="141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bg2">
                    <a:lumMod val="50000"/>
                  </a:schemeClr>
                </a:solidFill>
                <a:prstDash val="sysDot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3B55BA-2506-314D-8CED-A22C92DDB20C}"/>
                </a:ext>
              </a:extLst>
            </p:cNvPr>
            <p:cNvGrpSpPr/>
            <p:nvPr/>
          </p:nvGrpSpPr>
          <p:grpSpPr>
            <a:xfrm>
              <a:off x="4357012" y="2644197"/>
              <a:ext cx="2502213" cy="2593664"/>
              <a:chOff x="4453448" y="2644197"/>
              <a:chExt cx="2502213" cy="2593664"/>
            </a:xfrm>
          </p:grpSpPr>
          <p:cxnSp>
            <p:nvCxnSpPr>
              <p:cNvPr id="25" name="Straight Connector 22">
                <a:extLst>
                  <a:ext uri="{FF2B5EF4-FFF2-40B4-BE49-F238E27FC236}">
                    <a16:creationId xmlns:a16="http://schemas.microsoft.com/office/drawing/2014/main" id="{574EE66A-79FB-FC49-81C5-A365DC5BCE0A}"/>
                  </a:ext>
                </a:extLst>
              </p:cNvPr>
              <p:cNvCxnSpPr>
                <a:cxnSpLocks/>
                <a:stCxn id="26" idx="3"/>
                <a:endCxn id="27" idx="1"/>
              </p:cNvCxnSpPr>
              <p:nvPr/>
            </p:nvCxnSpPr>
            <p:spPr>
              <a:xfrm>
                <a:off x="5625418" y="3622669"/>
                <a:ext cx="526689" cy="532472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Striped Right Arrow 25">
                <a:extLst>
                  <a:ext uri="{FF2B5EF4-FFF2-40B4-BE49-F238E27FC236}">
                    <a16:creationId xmlns:a16="http://schemas.microsoft.com/office/drawing/2014/main" id="{53217A43-6D36-CD42-90B4-A6F64348C3DF}"/>
                  </a:ext>
                </a:extLst>
              </p:cNvPr>
              <p:cNvSpPr/>
              <p:nvPr/>
            </p:nvSpPr>
            <p:spPr>
              <a:xfrm>
                <a:off x="4821864" y="3347545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Chain</a:t>
                </a:r>
              </a:p>
            </p:txBody>
          </p:sp>
          <p:sp>
            <p:nvSpPr>
              <p:cNvPr id="27" name="Striped Right Arrow 26">
                <a:extLst>
                  <a:ext uri="{FF2B5EF4-FFF2-40B4-BE49-F238E27FC236}">
                    <a16:creationId xmlns:a16="http://schemas.microsoft.com/office/drawing/2014/main" id="{B7E9B996-593D-9D48-8985-36F5B534F111}"/>
                  </a:ext>
                </a:extLst>
              </p:cNvPr>
              <p:cNvSpPr/>
              <p:nvPr/>
            </p:nvSpPr>
            <p:spPr>
              <a:xfrm>
                <a:off x="6152107" y="3880017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rot="0" spcFirstLastPara="0" vertOverflow="overflow" horzOverflow="overflow" vert="horz" wrap="none" lIns="36000" tIns="45720" rIns="3600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</a:rPr>
                  <a:t>Job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Striped Right Arrow 27">
                <a:extLst>
                  <a:ext uri="{FF2B5EF4-FFF2-40B4-BE49-F238E27FC236}">
                    <a16:creationId xmlns:a16="http://schemas.microsoft.com/office/drawing/2014/main" id="{DC885131-6DCA-6440-8A80-64DE6C7A7259}"/>
                  </a:ext>
                </a:extLst>
              </p:cNvPr>
              <p:cNvSpPr/>
              <p:nvPr/>
            </p:nvSpPr>
            <p:spPr>
              <a:xfrm>
                <a:off x="6152107" y="4687614"/>
                <a:ext cx="803554" cy="550247"/>
              </a:xfrm>
              <a:prstGeom prst="stripedRightArrow">
                <a:avLst>
                  <a:gd name="adj1" fmla="val 50000"/>
                  <a:gd name="adj2" fmla="val 59836"/>
                </a:avLst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none" lIns="108000" rIns="36000" rtlCol="0"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Job</a:t>
                </a:r>
              </a:p>
            </p:txBody>
          </p:sp>
          <p:cxnSp>
            <p:nvCxnSpPr>
              <p:cNvPr id="29" name="Straight Connector 22">
                <a:extLst>
                  <a:ext uri="{FF2B5EF4-FFF2-40B4-BE49-F238E27FC236}">
                    <a16:creationId xmlns:a16="http://schemas.microsoft.com/office/drawing/2014/main" id="{B8CC2CE3-4DB3-0B4F-9A35-D86FD4741385}"/>
                  </a:ext>
                </a:extLst>
              </p:cNvPr>
              <p:cNvCxnSpPr>
                <a:cxnSpLocks/>
                <a:stCxn id="26" idx="3"/>
                <a:endCxn id="28" idx="1"/>
              </p:cNvCxnSpPr>
              <p:nvPr/>
            </p:nvCxnSpPr>
            <p:spPr>
              <a:xfrm>
                <a:off x="5625418" y="3622669"/>
                <a:ext cx="526689" cy="1340069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2">
                    <a:lumMod val="50000"/>
                  </a:schemeClr>
                </a:solidFill>
                <a:prstDash val="solid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A343374-0DFE-6B45-8738-208ED8043C1A}"/>
                  </a:ext>
                </a:extLst>
              </p:cNvPr>
              <p:cNvGrpSpPr/>
              <p:nvPr/>
            </p:nvGrpSpPr>
            <p:grpSpPr>
              <a:xfrm>
                <a:off x="4453448" y="2644197"/>
                <a:ext cx="1554293" cy="277000"/>
                <a:chOff x="1374144" y="2644197"/>
                <a:chExt cx="1554293" cy="277000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BB83DFC-3DB6-6F49-B2FD-FE141AEEB737}"/>
                    </a:ext>
                  </a:extLst>
                </p:cNvPr>
                <p:cNvSpPr txBox="1"/>
                <p:nvPr/>
              </p:nvSpPr>
              <p:spPr>
                <a:xfrm>
                  <a:off x="2325130" y="2644197"/>
                  <a:ext cx="603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Parent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1AB643B-AC6B-B34E-A6BA-828A9D26C53B}"/>
                    </a:ext>
                  </a:extLst>
                </p:cNvPr>
                <p:cNvSpPr txBox="1"/>
                <p:nvPr/>
              </p:nvSpPr>
              <p:spPr>
                <a:xfrm>
                  <a:off x="1374144" y="2644198"/>
                  <a:ext cx="63632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Master</a:t>
                  </a:r>
                </a:p>
              </p:txBody>
            </p:sp>
          </p:grpSp>
          <p:cxnSp>
            <p:nvCxnSpPr>
              <p:cNvPr id="31" name="Straight Connector 22">
                <a:extLst>
                  <a:ext uri="{FF2B5EF4-FFF2-40B4-BE49-F238E27FC236}">
                    <a16:creationId xmlns:a16="http://schemas.microsoft.com/office/drawing/2014/main" id="{16B552BC-0B2C-CE4A-942C-B7E2A2937BCD}"/>
                  </a:ext>
                </a:extLst>
              </p:cNvPr>
              <p:cNvCxnSpPr>
                <a:cxnSpLocks/>
                <a:stCxn id="33" idx="2"/>
                <a:endCxn id="26" idx="0"/>
              </p:cNvCxnSpPr>
              <p:nvPr/>
            </p:nvCxnSpPr>
            <p:spPr>
              <a:xfrm rot="5400000">
                <a:off x="5287956" y="2929412"/>
                <a:ext cx="426349" cy="409916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bg2">
                    <a:lumMod val="50000"/>
                  </a:schemeClr>
                </a:solidFill>
                <a:prstDash val="sysDot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22">
                <a:extLst>
                  <a:ext uri="{FF2B5EF4-FFF2-40B4-BE49-F238E27FC236}">
                    <a16:creationId xmlns:a16="http://schemas.microsoft.com/office/drawing/2014/main" id="{BC7D8D41-7D35-AA41-9095-880F6F07DC17}"/>
                  </a:ext>
                </a:extLst>
              </p:cNvPr>
              <p:cNvCxnSpPr>
                <a:cxnSpLocks/>
                <a:stCxn id="34" idx="2"/>
                <a:endCxn id="26" idx="0"/>
              </p:cNvCxnSpPr>
              <p:nvPr/>
            </p:nvCxnSpPr>
            <p:spPr>
              <a:xfrm rot="16200000" flipH="1">
                <a:off x="4820718" y="2872091"/>
                <a:ext cx="426348" cy="524560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bg2">
                    <a:lumMod val="50000"/>
                  </a:schemeClr>
                </a:solidFill>
                <a:prstDash val="sysDot"/>
                <a:headEnd type="none"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84174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71</Words>
  <Application>Microsoft Macintosh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A</dc:creator>
  <cp:lastModifiedBy>M A</cp:lastModifiedBy>
  <cp:revision>33</cp:revision>
  <dcterms:created xsi:type="dcterms:W3CDTF">2018-12-13T00:26:39Z</dcterms:created>
  <dcterms:modified xsi:type="dcterms:W3CDTF">2025-10-17T06:49:12Z</dcterms:modified>
</cp:coreProperties>
</file>